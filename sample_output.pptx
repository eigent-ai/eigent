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Real Code Output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37373"/>
                </a:solidFill>
              </a:rPr>
              <a:t>Generated via Node.js script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Verified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Authentic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2026-02-01T16:29:58Z</dcterms:created>
  <dcterms:modified xsi:type="dcterms:W3CDTF">2026-02-01T16:29:58Z</dcterms:modified>
</cp:coreProperties>
</file>